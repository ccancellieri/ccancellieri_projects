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C0FF36-A778-4CAA-87DB-5C975CA27F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BAFF15-6980-4EB4-916E-E160197CBC9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