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3.xml.rels" ContentType="application/vnd.openxmlformats-package.relationships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9.png" ContentType="image/png"/>
  <Override PartName="/ppt/media/image17.png" ContentType="image/png"/>
  <Override PartName="/ppt/media/image5.png" ContentType="image/png"/>
  <Override PartName="/ppt/media/image13.png" ContentType="image/png"/>
  <Override PartName="/ppt/media/image11.png" ContentType="image/png"/>
  <Override PartName="/ppt/media/image1.jpeg" ContentType="image/jpeg"/>
  <Override PartName="/ppt/media/image6.png" ContentType="image/png"/>
  <Override PartName="/ppt/media/image4.png" ContentType="image/png"/>
  <Override PartName="/ppt/media/image14.png" ContentType="image/png"/>
  <Override PartName="/ppt/media/image8.png" ContentType="image/png"/>
  <Override PartName="/ppt/media/image3.png" ContentType="image/png"/>
  <Override PartName="/ppt/media/image12.png" ContentType="image/png"/>
  <Override PartName="/ppt/media/image16.png" ContentType="image/png"/>
  <Override PartName="/ppt/media/image10.png" ContentType="image/png"/>
  <Override PartName="/ppt/media/image15.png" ContentType="image/png"/>
  <Override PartName="/ppt/media/image7.png" ContentType="image/png"/>
  <Override PartName="/ppt/media/image2.png" ContentType="image/png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C1C4AA-7127-42A3-9BD2-2B0302AB015C}" type="slidenum"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CEEC1C-8470-469A-881D-3A5A64189BA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06E62F-9BFD-498D-A372-B6547073454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it-IT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9C31C3-A797-49CA-9351-2300A9B019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730745-90E8-4B75-AAD0-CAEF2B2A7C1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hyperlink" Target="http://scm.opendap.org/svn/trunk/sql_handler" TargetMode="External"/><Relationship Id="rId4" Type="http://schemas.openxmlformats.org/officeDocument/2006/relationships/hyperlink" Target="http://code.google.com/p/sqlhandler/" TargetMode="External"/><Relationship Id="rId5" Type="http://schemas.openxmlformats.org/officeDocument/2006/relationships/hyperlink" Target="http://sourceforge.net/projects/sqlh/" TargetMode="External"/><Relationship Id="rId6" Type="http://schemas.openxmlformats.org/officeDocument/2006/relationships/hyperlink" Target="mailto:ccancellieri@hotmail.com" TargetMode="External"/><Relationship Id="rId7" Type="http://schemas.openxmlformats.org/officeDocument/2006/relationships/image" Target="../media/image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mailto:ccancellieri@hotmail.com" TargetMode="External"/><Relationship Id="rId3" Type="http://schemas.openxmlformats.org/officeDocument/2006/relationships/hyperlink" Target="http://socghop.appspot.com/gsoc/program/home/google/gsoc2010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00280" y="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Box 7"/>
          <p:cNvSpPr/>
          <p:nvPr/>
        </p:nvSpPr>
        <p:spPr>
          <a:xfrm>
            <a:off x="428760" y="2981160"/>
            <a:ext cx="8286480" cy="520920"/>
          </a:xfrm>
          <a:prstGeom prst="rect">
            <a:avLst/>
          </a:prstGeom>
          <a:solidFill>
            <a:srgbClr val="ffffff"/>
          </a:solidFill>
          <a:ln w="25560">
            <a:solidFill>
              <a:srgbClr val="4f81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 Use cases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0A179E-8238-4B31-B7C8-8142E1D32EF0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48409F-8D94-48FD-A892-1BE49C48DE93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9" name="Picture 6" descr="GSoC_2010_300x267px.jpg"/>
          <p:cNvPicPr/>
          <p:nvPr/>
        </p:nvPicPr>
        <p:blipFill>
          <a:blip r:embed="rId1"/>
          <a:stretch/>
        </p:blipFill>
        <p:spPr>
          <a:xfrm>
            <a:off x="1257480" y="3809880"/>
            <a:ext cx="2857320" cy="254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Picture 8" descr="opendap_scm_2.png"/>
          <p:cNvPicPr/>
          <p:nvPr/>
        </p:nvPicPr>
        <p:blipFill>
          <a:blip r:embed="rId2"/>
          <a:stretch/>
        </p:blipFill>
        <p:spPr>
          <a:xfrm>
            <a:off x="4241880" y="4143240"/>
            <a:ext cx="4444920" cy="170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angle 9"/>
          <p:cNvSpPr/>
          <p:nvPr/>
        </p:nvSpPr>
        <p:spPr>
          <a:xfrm>
            <a:off x="990720" y="990720"/>
            <a:ext cx="701028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C++ library and modules to add relational database support to the OPeNDAP Hyrax back-end server.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Rounded Rectangle 10">
            <a:hlinkClick r:id="rId3"/>
          </p:cNvPr>
          <p:cNvSpPr/>
          <p:nvPr/>
        </p:nvSpPr>
        <p:spPr>
          <a:xfrm>
            <a:off x="7620120" y="15228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Opendap svn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Rounded Rectangle 11">
            <a:hlinkClick r:id="rId4"/>
          </p:cNvPr>
          <p:cNvSpPr/>
          <p:nvPr/>
        </p:nvSpPr>
        <p:spPr>
          <a:xfrm>
            <a:off x="7620120" y="45720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Google 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Rounded Rectangle 12">
            <a:hlinkClick r:id="rId5"/>
          </p:cNvPr>
          <p:cNvSpPr/>
          <p:nvPr/>
        </p:nvSpPr>
        <p:spPr>
          <a:xfrm>
            <a:off x="7620120" y="76212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Sourceforge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Rectangle 13"/>
          <p:cNvSpPr/>
          <p:nvPr/>
        </p:nvSpPr>
        <p:spPr>
          <a:xfrm>
            <a:off x="457200" y="2065320"/>
            <a:ext cx="822960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Developed by Dr.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Carlo Cancellieri </a:t>
            </a:r>
            <a:r>
              <a:rPr b="1" lang="en-US" sz="2000" strike="noStrike" u="sng">
                <a:solidFill>
                  <a:srgbClr val="0000ff"/>
                </a:solidFill>
                <a:effectLst/>
                <a:uFillTx/>
                <a:latin typeface="Calibri"/>
                <a:hlinkClick r:id="rId6"/>
              </a:rPr>
              <a:t>ccancellieri@hotmail.com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distributed under </a:t>
            </a: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LGPL license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14" descr="opendap_logo_masthead.gif"/>
          <p:cNvPicPr/>
          <p:nvPr/>
        </p:nvPicPr>
        <p:blipFill>
          <a:blip r:embed="rId7"/>
          <a:stretch/>
        </p:blipFill>
        <p:spPr>
          <a:xfrm>
            <a:off x="4330800" y="4191120"/>
            <a:ext cx="3956040" cy="178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814DA7-6056-4488-B5E9-B9B60808CE0A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42EEDC-E442-4B31-858E-A2DCBA2A6B8B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" name="Picture 7" descr="BES_loaded_modules.png"/>
          <p:cNvPicPr/>
          <p:nvPr/>
        </p:nvPicPr>
        <p:blipFill>
          <a:blip r:embed="rId1"/>
          <a:stretch/>
        </p:blipFill>
        <p:spPr>
          <a:xfrm>
            <a:off x="380880" y="2057400"/>
            <a:ext cx="5791320" cy="3230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1" name="Group 8"/>
          <p:cNvGrpSpPr/>
          <p:nvPr/>
        </p:nvGrpSpPr>
        <p:grpSpPr>
          <a:xfrm>
            <a:off x="1447200" y="304920"/>
            <a:ext cx="7468200" cy="3581280"/>
            <a:chOff x="1447200" y="304920"/>
            <a:chExt cx="7468200" cy="3581280"/>
          </a:xfrm>
        </p:grpSpPr>
        <p:sp>
          <p:nvSpPr>
            <p:cNvPr id="32" name="TextBox 9"/>
            <p:cNvSpPr/>
            <p:nvPr/>
          </p:nvSpPr>
          <p:spPr>
            <a:xfrm>
              <a:off x="4343400" y="304920"/>
              <a:ext cx="4572000" cy="161820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BES start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just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Loaded modules: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just">
                <a:buClr>
                  <a:srgbClr val="000000"/>
                </a:buClr>
                <a:buFont typeface="Calibri"/>
                <a:buAutoNum type="arabicPeriod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Sql (base module)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just">
                <a:buClr>
                  <a:srgbClr val="000000"/>
                </a:buClr>
                <a:buFont typeface="Calibri"/>
                <a:buAutoNum type="arabicPeriod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Odbc (SQLPlugin for unixODBC)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33" name="Straight Arrow Connector 10"/>
            <p:cNvCxnSpPr>
              <a:stCxn id="32" idx="2"/>
            </p:cNvCxnSpPr>
            <p:nvPr/>
          </p:nvCxnSpPr>
          <p:spPr>
            <a:xfrm flipH="1">
              <a:off x="1447200" y="1935720"/>
              <a:ext cx="5182200" cy="195084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  <p:cxnSp>
        <p:nvCxnSpPr>
          <p:cNvPr id="34" name="Straight Arrow Connector 14"/>
          <p:cNvCxnSpPr>
            <a:stCxn id="32" idx="2"/>
          </p:cNvCxnSpPr>
          <p:nvPr/>
        </p:nvCxnSpPr>
        <p:spPr>
          <a:xfrm flipH="1">
            <a:off x="1599840" y="1936800"/>
            <a:ext cx="5029920" cy="2102040"/>
          </a:xfrm>
          <a:prstGeom prst="straightConnector1">
            <a:avLst/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 descr="OLFS_contents.png"/>
          <p:cNvPicPr/>
          <p:nvPr/>
        </p:nvPicPr>
        <p:blipFill>
          <a:blip r:embed="rId1"/>
          <a:stretch/>
        </p:blipFill>
        <p:spPr>
          <a:xfrm>
            <a:off x="0" y="0"/>
            <a:ext cx="6937200" cy="36482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00000"/>
              </a:gs>
            </a:gsLst>
            <a:lin ang="16200000"/>
          </a:gradFill>
          <a:ln w="9360">
            <a:solidFill>
              <a:srgbClr val="000000"/>
            </a:solidFill>
            <a:miter/>
          </a:ln>
          <a:effectLst>
            <a:outerShdw dist="23040" dir="5400000" blurRad="0" rotWithShape="0">
              <a:srgbClr val="000000">
                <a:alpha val="35000"/>
              </a:srgbClr>
            </a:outerShdw>
          </a:effectLst>
        </p:spPr>
      </p:pic>
      <p:pic>
        <p:nvPicPr>
          <p:cNvPr id="36" name="Picture 2" descr="OLFS_contents_sql.png"/>
          <p:cNvPicPr/>
          <p:nvPr/>
        </p:nvPicPr>
        <p:blipFill>
          <a:blip r:embed="rId2"/>
          <a:stretch/>
        </p:blipFill>
        <p:spPr>
          <a:xfrm>
            <a:off x="2666880" y="3429000"/>
            <a:ext cx="6337440" cy="29559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</p:pic>
      <p:sp>
        <p:nvSpPr>
          <p:cNvPr id="37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FC7906-CA63-4670-ADDC-91995FDDC834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046F54-9800-4A6D-8BFD-DB6B12492575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40" name="Straight Arrow Connector 7"/>
          <p:cNvCxnSpPr/>
          <p:nvPr/>
        </p:nvCxnSpPr>
        <p:spPr>
          <a:xfrm>
            <a:off x="457200" y="2437920"/>
            <a:ext cx="3277440" cy="1677240"/>
          </a:xfrm>
          <a:prstGeom prst="straightConnector1">
            <a:avLst/>
          </a:prstGeom>
          <a:ln w="25560">
            <a:solidFill>
              <a:srgbClr val="c0504d"/>
            </a:solidFill>
            <a:miter/>
            <a:tailEnd len="med" type="arrow" w="med"/>
          </a:ln>
        </p:spPr>
      </p:cxnSp>
      <p:sp>
        <p:nvSpPr>
          <p:cNvPr id="41" name="Rectangle 8"/>
          <p:cNvSpPr/>
          <p:nvPr/>
        </p:nvSpPr>
        <p:spPr>
          <a:xfrm>
            <a:off x="2666880" y="5105520"/>
            <a:ext cx="6248520" cy="228600"/>
          </a:xfrm>
          <a:prstGeom prst="rect">
            <a:avLst/>
          </a:prstGeom>
          <a:noFill/>
          <a:ln w="25560">
            <a:solidFill>
              <a:srgbClr val="c0504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42" name="Group 9"/>
          <p:cNvGrpSpPr/>
          <p:nvPr/>
        </p:nvGrpSpPr>
        <p:grpSpPr>
          <a:xfrm>
            <a:off x="533160" y="304920"/>
            <a:ext cx="8382240" cy="2057760"/>
            <a:chOff x="533160" y="304920"/>
            <a:chExt cx="8382240" cy="2057760"/>
          </a:xfrm>
        </p:grpSpPr>
        <p:sp>
          <p:nvSpPr>
            <p:cNvPr id="43" name="TextBox 10"/>
            <p:cNvSpPr/>
            <p:nvPr/>
          </p:nvSpPr>
          <p:spPr>
            <a:xfrm>
              <a:off x="4648320" y="304920"/>
              <a:ext cx="4267080" cy="88668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SQLHandler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Select the example folder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44" name="Straight Arrow Connector 11"/>
            <p:cNvCxnSpPr>
              <a:stCxn id="43" idx="1"/>
            </p:cNvCxnSpPr>
            <p:nvPr/>
          </p:nvCxnSpPr>
          <p:spPr>
            <a:xfrm flipH="1">
              <a:off x="533160" y="750960"/>
              <a:ext cx="4115520" cy="161208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8" descr="OLFS_contents_sql.png"/>
          <p:cNvPicPr/>
          <p:nvPr/>
        </p:nvPicPr>
        <p:blipFill>
          <a:blip r:embed="rId1"/>
          <a:stretch/>
        </p:blipFill>
        <p:spPr>
          <a:xfrm>
            <a:off x="762120" y="512640"/>
            <a:ext cx="7696080" cy="29577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</p:pic>
      <p:sp>
        <p:nvSpPr>
          <p:cNvPr id="46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657475-57DD-4313-815D-71A00621E6C3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F7F8F1-BFCF-4038-8522-8A8B34B1C8D6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49" name="Group 24"/>
          <p:cNvGrpSpPr/>
          <p:nvPr/>
        </p:nvGrpSpPr>
        <p:grpSpPr>
          <a:xfrm>
            <a:off x="1676520" y="2189160"/>
            <a:ext cx="5762520" cy="3886200"/>
            <a:chOff x="1676520" y="2189160"/>
            <a:chExt cx="5762520" cy="3886200"/>
          </a:xfrm>
        </p:grpSpPr>
        <p:pic>
          <p:nvPicPr>
            <p:cNvPr id="50" name="Picture 4" descr="OLFS_contents_test_full_dds.png"/>
            <p:cNvPicPr/>
            <p:nvPr/>
          </p:nvPicPr>
          <p:blipFill>
            <a:blip r:embed="rId2"/>
            <a:stretch/>
          </p:blipFill>
          <p:spPr>
            <a:xfrm>
              <a:off x="1676520" y="4246560"/>
              <a:ext cx="5762520" cy="1828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</p:pic>
        <p:grpSp>
          <p:nvGrpSpPr>
            <p:cNvPr id="51" name="Group 13"/>
            <p:cNvGrpSpPr/>
            <p:nvPr/>
          </p:nvGrpSpPr>
          <p:grpSpPr>
            <a:xfrm>
              <a:off x="4556880" y="2189160"/>
              <a:ext cx="1863720" cy="2057760"/>
              <a:chOff x="4556880" y="2189160"/>
              <a:chExt cx="1863720" cy="2057760"/>
            </a:xfrm>
          </p:grpSpPr>
          <p:sp>
            <p:nvSpPr>
              <p:cNvPr id="52" name="Rectangle 9"/>
              <p:cNvSpPr/>
              <p:nvPr/>
            </p:nvSpPr>
            <p:spPr>
              <a:xfrm>
                <a:off x="6019920" y="2189160"/>
                <a:ext cx="400680" cy="228600"/>
              </a:xfrm>
              <a:prstGeom prst="rect">
                <a:avLst/>
              </a:prstGeom>
              <a:noFill/>
              <a:ln w="25560">
                <a:solidFill>
                  <a:srgbClr val="c050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53" name="Straight Arrow Connector 11"/>
              <p:cNvCxnSpPr>
                <a:stCxn id="52" idx="2"/>
              </p:cNvCxnSpPr>
              <p:nvPr/>
            </p:nvCxnSpPr>
            <p:spPr>
              <a:xfrm flipH="1">
                <a:off x="4556880" y="2417760"/>
                <a:ext cx="1663560" cy="1829520"/>
              </a:xfrm>
              <a:prstGeom prst="straightConnector1">
                <a:avLst/>
              </a:prstGeom>
              <a:ln w="25560">
                <a:solidFill>
                  <a:srgbClr val="c0504d"/>
                </a:solidFill>
                <a:miter/>
                <a:tailEnd len="med" type="arrow" w="med"/>
              </a:ln>
            </p:spPr>
          </p:cxnSp>
        </p:grpSp>
      </p:grpSp>
      <p:grpSp>
        <p:nvGrpSpPr>
          <p:cNvPr id="54" name="Group 25"/>
          <p:cNvGrpSpPr/>
          <p:nvPr/>
        </p:nvGrpSpPr>
        <p:grpSpPr>
          <a:xfrm>
            <a:off x="2133720" y="2189160"/>
            <a:ext cx="4789440" cy="3751200"/>
            <a:chOff x="2133720" y="2189160"/>
            <a:chExt cx="4789440" cy="3751200"/>
          </a:xfrm>
        </p:grpSpPr>
        <p:pic>
          <p:nvPicPr>
            <p:cNvPr id="55" name="Picture 6" descr="OLFS_contents_test_full_das.png"/>
            <p:cNvPicPr/>
            <p:nvPr/>
          </p:nvPicPr>
          <p:blipFill>
            <a:blip r:embed="rId3"/>
            <a:stretch/>
          </p:blipFill>
          <p:spPr>
            <a:xfrm>
              <a:off x="2133720" y="4170960"/>
              <a:ext cx="4789440" cy="17694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</p:pic>
        <p:grpSp>
          <p:nvGrpSpPr>
            <p:cNvPr id="56" name="Group 14"/>
            <p:cNvGrpSpPr/>
            <p:nvPr/>
          </p:nvGrpSpPr>
          <p:grpSpPr>
            <a:xfrm>
              <a:off x="4528080" y="2189160"/>
              <a:ext cx="2330640" cy="1982160"/>
              <a:chOff x="4528080" y="2189160"/>
              <a:chExt cx="2330640" cy="1982160"/>
            </a:xfrm>
          </p:grpSpPr>
          <p:sp>
            <p:nvSpPr>
              <p:cNvPr id="57" name="Rectangle 15"/>
              <p:cNvSpPr/>
              <p:nvPr/>
            </p:nvSpPr>
            <p:spPr>
              <a:xfrm>
                <a:off x="6477840" y="2189160"/>
                <a:ext cx="380880" cy="228600"/>
              </a:xfrm>
              <a:prstGeom prst="rect">
                <a:avLst/>
              </a:prstGeom>
              <a:noFill/>
              <a:ln w="25560">
                <a:solidFill>
                  <a:srgbClr val="c050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58" name="Straight Arrow Connector 16"/>
              <p:cNvCxnSpPr>
                <a:stCxn id="57" idx="2"/>
              </p:cNvCxnSpPr>
              <p:nvPr/>
            </p:nvCxnSpPr>
            <p:spPr>
              <a:xfrm flipH="1">
                <a:off x="4528080" y="2417760"/>
                <a:ext cx="2140560" cy="1753920"/>
              </a:xfrm>
              <a:prstGeom prst="straightConnector1">
                <a:avLst/>
              </a:prstGeom>
              <a:ln w="25560">
                <a:solidFill>
                  <a:srgbClr val="c0504d"/>
                </a:solidFill>
                <a:miter/>
                <a:tailEnd len="med" type="arrow" w="med"/>
              </a:ln>
            </p:spPr>
          </p:cxnSp>
        </p:grpSp>
      </p:grpSp>
      <p:grpSp>
        <p:nvGrpSpPr>
          <p:cNvPr id="59" name="Group 29"/>
          <p:cNvGrpSpPr/>
          <p:nvPr/>
        </p:nvGrpSpPr>
        <p:grpSpPr>
          <a:xfrm>
            <a:off x="1066680" y="2189160"/>
            <a:ext cx="6658200" cy="4211640"/>
            <a:chOff x="1066680" y="2189160"/>
            <a:chExt cx="6658200" cy="4211640"/>
          </a:xfrm>
        </p:grpSpPr>
        <p:pic>
          <p:nvPicPr>
            <p:cNvPr id="60" name="Picture 7" descr="OLFS_contents_test_full_info.png"/>
            <p:cNvPicPr/>
            <p:nvPr/>
          </p:nvPicPr>
          <p:blipFill>
            <a:blip r:embed="rId4"/>
            <a:stretch/>
          </p:blipFill>
          <p:spPr>
            <a:xfrm>
              <a:off x="1066680" y="3865680"/>
              <a:ext cx="6658200" cy="25351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</p:pic>
        <p:grpSp>
          <p:nvGrpSpPr>
            <p:cNvPr id="61" name="Group 20"/>
            <p:cNvGrpSpPr/>
            <p:nvPr/>
          </p:nvGrpSpPr>
          <p:grpSpPr>
            <a:xfrm>
              <a:off x="4394880" y="2189160"/>
              <a:ext cx="2935440" cy="1676880"/>
              <a:chOff x="4394880" y="2189160"/>
              <a:chExt cx="2935440" cy="1676880"/>
            </a:xfrm>
          </p:grpSpPr>
          <p:sp>
            <p:nvSpPr>
              <p:cNvPr id="62" name="Rectangle 21"/>
              <p:cNvSpPr/>
              <p:nvPr/>
            </p:nvSpPr>
            <p:spPr>
              <a:xfrm>
                <a:off x="6873120" y="2189160"/>
                <a:ext cx="457200" cy="228600"/>
              </a:xfrm>
              <a:prstGeom prst="rect">
                <a:avLst/>
              </a:prstGeom>
              <a:noFill/>
              <a:ln w="25560">
                <a:solidFill>
                  <a:srgbClr val="c0504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endParaRPr>
              </a:p>
            </p:txBody>
          </p:sp>
          <p:cxnSp>
            <p:nvCxnSpPr>
              <p:cNvPr id="63" name="Straight Arrow Connector 22"/>
              <p:cNvCxnSpPr>
                <a:stCxn id="62" idx="2"/>
              </p:cNvCxnSpPr>
              <p:nvPr/>
            </p:nvCxnSpPr>
            <p:spPr>
              <a:xfrm flipH="1">
                <a:off x="4394880" y="2417760"/>
                <a:ext cx="2706840" cy="1448640"/>
              </a:xfrm>
              <a:prstGeom prst="straightConnector1">
                <a:avLst/>
              </a:prstGeom>
              <a:ln w="25560">
                <a:solidFill>
                  <a:srgbClr val="c0504d"/>
                </a:solidFill>
                <a:miter/>
                <a:tailEnd len="med" type="arrow" w="med"/>
              </a:ln>
            </p:spPr>
          </p:cxnSp>
        </p:grpSp>
      </p:grpSp>
      <p:grpSp>
        <p:nvGrpSpPr>
          <p:cNvPr id="64" name="Group 30"/>
          <p:cNvGrpSpPr/>
          <p:nvPr/>
        </p:nvGrpSpPr>
        <p:grpSpPr>
          <a:xfrm>
            <a:off x="4648320" y="304920"/>
            <a:ext cx="4267080" cy="1602000"/>
            <a:chOff x="4648320" y="304920"/>
            <a:chExt cx="4267080" cy="1602000"/>
          </a:xfrm>
        </p:grpSpPr>
        <p:sp>
          <p:nvSpPr>
            <p:cNvPr id="65" name="TextBox 31"/>
            <p:cNvSpPr/>
            <p:nvPr/>
          </p:nvSpPr>
          <p:spPr>
            <a:xfrm>
              <a:off x="4648320" y="304920"/>
              <a:ext cx="4267080" cy="88668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SQLHandler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Try out DDS, DAS and info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66" name="Straight Arrow Connector 32"/>
            <p:cNvCxnSpPr>
              <a:stCxn id="65" idx="2"/>
            </p:cNvCxnSpPr>
            <p:nvPr/>
          </p:nvCxnSpPr>
          <p:spPr>
            <a:xfrm flipH="1">
              <a:off x="6780600" y="1198800"/>
              <a:ext cx="2160" cy="70848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8" descr="OLFS_contents_test_full_HTML.png"/>
          <p:cNvPicPr/>
          <p:nvPr/>
        </p:nvPicPr>
        <p:blipFill>
          <a:blip r:embed="rId1"/>
          <a:stretch/>
        </p:blipFill>
        <p:spPr>
          <a:xfrm>
            <a:off x="0" y="0"/>
            <a:ext cx="902664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6D24BE-E50D-482F-93A0-3FFCD5E9178E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CBFFF6-26A8-47D3-B0EC-2FD2EAE7C4FD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4572000" y="4038480"/>
            <a:ext cx="4267080" cy="886680"/>
          </a:xfrm>
          <a:prstGeom prst="rect">
            <a:avLst/>
          </a:prstGeom>
          <a:solidFill>
            <a:srgbClr val="ffffff"/>
          </a:solidFill>
          <a:ln w="25560">
            <a:solidFill>
              <a:srgbClr val="4f81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 HTML 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72" name="Group 13"/>
          <p:cNvGrpSpPr/>
          <p:nvPr/>
        </p:nvGrpSpPr>
        <p:grpSpPr>
          <a:xfrm>
            <a:off x="1905120" y="457200"/>
            <a:ext cx="6933960" cy="459720"/>
            <a:chOff x="1905120" y="457200"/>
            <a:chExt cx="6933960" cy="459720"/>
          </a:xfrm>
        </p:grpSpPr>
        <p:sp>
          <p:nvSpPr>
            <p:cNvPr id="73" name="TextBox 9"/>
            <p:cNvSpPr/>
            <p:nvPr/>
          </p:nvSpPr>
          <p:spPr>
            <a:xfrm>
              <a:off x="4572000" y="457200"/>
              <a:ext cx="4267080" cy="4597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c0504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Click on ‘Get ASCII’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74" name="Straight Arrow Connector 11"/>
            <p:cNvCxnSpPr>
              <a:stCxn id="73" idx="1"/>
            </p:cNvCxnSpPr>
            <p:nvPr/>
          </p:nvCxnSpPr>
          <p:spPr>
            <a:xfrm flipH="1">
              <a:off x="1905120" y="686880"/>
              <a:ext cx="2667240" cy="227160"/>
            </a:xfrm>
            <a:prstGeom prst="straightConnector1">
              <a:avLst/>
            </a:prstGeom>
            <a:ln w="25560">
              <a:solidFill>
                <a:srgbClr val="c0504d"/>
              </a:solidFill>
              <a:miter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" dur="indefinite" restart="never" nodeType="tmRoot">
          <p:childTnLst>
            <p:seq>
              <p:cTn id="41" dur="indefinite" nodeType="mainSeq">
                <p:childTnLst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90D754-F5F5-4F2A-804B-C8CB66B43AB8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FA48A7-9F35-4E90-B8A3-FDE76B9524B3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4" descr="OLFS_contents_test_full_ASCII.png"/>
          <p:cNvPicPr/>
          <p:nvPr/>
        </p:nvPicPr>
        <p:blipFill>
          <a:blip r:embed="rId1"/>
          <a:stretch/>
        </p:blipFill>
        <p:spPr>
          <a:xfrm>
            <a:off x="982800" y="1917720"/>
            <a:ext cx="7178400" cy="302256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</p:pic>
      <p:grpSp>
        <p:nvGrpSpPr>
          <p:cNvPr id="79" name="Group 5"/>
          <p:cNvGrpSpPr/>
          <p:nvPr/>
        </p:nvGrpSpPr>
        <p:grpSpPr>
          <a:xfrm>
            <a:off x="990720" y="304920"/>
            <a:ext cx="4267080" cy="1613160"/>
            <a:chOff x="990720" y="304920"/>
            <a:chExt cx="4267080" cy="1613160"/>
          </a:xfrm>
        </p:grpSpPr>
        <p:sp>
          <p:nvSpPr>
            <p:cNvPr id="80" name="TextBox 6"/>
            <p:cNvSpPr/>
            <p:nvPr/>
          </p:nvSpPr>
          <p:spPr>
            <a:xfrm>
              <a:off x="990720" y="304920"/>
              <a:ext cx="4267080" cy="12524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SQLHandler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The complete ASCII dump of the sample dataset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81" name="Straight Arrow Connector 7"/>
            <p:cNvCxnSpPr>
              <a:stCxn id="80" idx="2"/>
            </p:cNvCxnSpPr>
            <p:nvPr/>
          </p:nvCxnSpPr>
          <p:spPr>
            <a:xfrm>
              <a:off x="3123360" y="1566360"/>
              <a:ext cx="1448280" cy="35208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  <p:sp>
        <p:nvSpPr>
          <p:cNvPr id="82" name="TextBox 11"/>
          <p:cNvSpPr/>
          <p:nvPr/>
        </p:nvSpPr>
        <p:spPr>
          <a:xfrm>
            <a:off x="838080" y="5105520"/>
            <a:ext cx="7467840" cy="1221840"/>
          </a:xfrm>
          <a:prstGeom prst="rect">
            <a:avLst/>
          </a:prstGeom>
          <a:solidFill>
            <a:srgbClr val="ffffff"/>
          </a:solidFill>
          <a:ln w="25560">
            <a:solidFill>
              <a:srgbClr val="4f81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Data is added to the DB using the </a:t>
            </a: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install.dir/isql.sh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script.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Used data is located into the </a:t>
            </a: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install.dir/sqlh.sql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file (this is NOT a dataset).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Read the </a:t>
            </a: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INSTALL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and </a:t>
            </a:r>
            <a:r>
              <a:rPr b="1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SQLHandler.ppt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file for details.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96DEE7-D3AC-4D5A-B6E5-1EB9EF988D60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4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863858-411E-4484-AC2D-AB3D06D6C467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2" descr="Z:\workspace\sql_handler_svn\docs\external\OLFS_query_string_constraint.png"/>
          <p:cNvPicPr/>
          <p:nvPr/>
        </p:nvPicPr>
        <p:blipFill>
          <a:blip r:embed="rId1"/>
          <a:stretch/>
        </p:blipFill>
        <p:spPr>
          <a:xfrm>
            <a:off x="168120" y="20520"/>
            <a:ext cx="8823600" cy="6377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7" name="Group 10"/>
          <p:cNvGrpSpPr/>
          <p:nvPr/>
        </p:nvGrpSpPr>
        <p:grpSpPr>
          <a:xfrm>
            <a:off x="3123720" y="3352680"/>
            <a:ext cx="5563080" cy="1618200"/>
            <a:chOff x="3123720" y="3352680"/>
            <a:chExt cx="5563080" cy="1618200"/>
          </a:xfrm>
        </p:grpSpPr>
        <p:sp>
          <p:nvSpPr>
            <p:cNvPr id="88" name="TextBox 7"/>
            <p:cNvSpPr/>
            <p:nvPr/>
          </p:nvSpPr>
          <p:spPr>
            <a:xfrm>
              <a:off x="4419360" y="3352680"/>
              <a:ext cx="4267440" cy="161820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Constraints on string: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You probably (depending on the used  DB) need to wrap with ‘ ‘  the value of the constraint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89" name="Straight Arrow Connector 9"/>
            <p:cNvCxnSpPr/>
            <p:nvPr/>
          </p:nvCxnSpPr>
          <p:spPr>
            <a:xfrm flipH="1">
              <a:off x="3123720" y="4115160"/>
              <a:ext cx="1296000" cy="76320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92E7B3-B07D-4CC0-BE0E-52EC3F79470C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1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D41DA3-142E-4948-ACCA-2F7441D80593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2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4" descr="OLFS_contents_test_full_ASCII_constr_string_a.png"/>
          <p:cNvPicPr/>
          <p:nvPr/>
        </p:nvPicPr>
        <p:blipFill>
          <a:blip r:embed="rId1"/>
          <a:stretch/>
        </p:blipFill>
        <p:spPr>
          <a:xfrm>
            <a:off x="1039680" y="3038400"/>
            <a:ext cx="6991560" cy="275292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</p:pic>
      <p:grpSp>
        <p:nvGrpSpPr>
          <p:cNvPr id="94" name="Group 5"/>
          <p:cNvGrpSpPr/>
          <p:nvPr/>
        </p:nvGrpSpPr>
        <p:grpSpPr>
          <a:xfrm>
            <a:off x="1143000" y="762120"/>
            <a:ext cx="6781680" cy="2276280"/>
            <a:chOff x="1143000" y="762120"/>
            <a:chExt cx="6781680" cy="2276280"/>
          </a:xfrm>
        </p:grpSpPr>
        <p:sp>
          <p:nvSpPr>
            <p:cNvPr id="95" name="TextBox 6"/>
            <p:cNvSpPr/>
            <p:nvPr/>
          </p:nvSpPr>
          <p:spPr>
            <a:xfrm>
              <a:off x="1143000" y="762120"/>
              <a:ext cx="6781680" cy="125244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Filtering strings: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The row containing the strings &lt;=‘string_a’ are filtered…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96" name="Straight Arrow Connector 7"/>
            <p:cNvCxnSpPr>
              <a:stCxn id="95" idx="2"/>
            </p:cNvCxnSpPr>
            <p:nvPr/>
          </p:nvCxnSpPr>
          <p:spPr>
            <a:xfrm>
              <a:off x="4533840" y="2023920"/>
              <a:ext cx="2160" cy="101484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A9BAD1-BD8C-4F24-99FE-1331116E1398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58BCD6-BE22-4406-AF2B-4A77DCAC7F9B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4" descr="OLFS_contents_test_full_constr_float_and_int.png"/>
          <p:cNvPicPr/>
          <p:nvPr/>
        </p:nvPicPr>
        <p:blipFill>
          <a:blip r:embed="rId1"/>
          <a:stretch/>
        </p:blipFill>
        <p:spPr>
          <a:xfrm>
            <a:off x="0" y="20520"/>
            <a:ext cx="9144000" cy="6816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1" name="Group 5"/>
          <p:cNvGrpSpPr/>
          <p:nvPr/>
        </p:nvGrpSpPr>
        <p:grpSpPr>
          <a:xfrm>
            <a:off x="2666520" y="3352680"/>
            <a:ext cx="6020280" cy="1618200"/>
            <a:chOff x="2666520" y="3352680"/>
            <a:chExt cx="6020280" cy="1618200"/>
          </a:xfrm>
        </p:grpSpPr>
        <p:sp>
          <p:nvSpPr>
            <p:cNvPr id="102" name="TextBox 6"/>
            <p:cNvSpPr/>
            <p:nvPr/>
          </p:nvSpPr>
          <p:spPr>
            <a:xfrm>
              <a:off x="4419360" y="3352680"/>
              <a:ext cx="4267440" cy="161820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Constraints and Projection: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4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You probably (depending on the used  DB) need to wrap with ‘ ‘  the value of the constraint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03" name="Straight Arrow Connector 7"/>
            <p:cNvCxnSpPr>
              <a:stCxn id="102" idx="1"/>
            </p:cNvCxnSpPr>
            <p:nvPr/>
          </p:nvCxnSpPr>
          <p:spPr>
            <a:xfrm flipH="1" flipV="1">
              <a:off x="2666520" y="4114440"/>
              <a:ext cx="1753200" cy="5436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  <p:cxnSp>
        <p:nvCxnSpPr>
          <p:cNvPr id="104" name="Straight Arrow Connector 9"/>
          <p:cNvCxnSpPr>
            <a:stCxn id="102" idx="1"/>
          </p:cNvCxnSpPr>
          <p:nvPr/>
        </p:nvCxnSpPr>
        <p:spPr>
          <a:xfrm flipH="1">
            <a:off x="2742480" y="4167720"/>
            <a:ext cx="1677240" cy="632520"/>
          </a:xfrm>
          <a:prstGeom prst="straightConnector1">
            <a:avLst/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8758A9-C0E8-4603-A21F-7A9CE71EB49A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05CFB0-00E2-4D7D-B613-EF5518DDB83F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7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08" name="Picture 4" descr="OLFS_contents_test_full_ASCII_constr_float_and_int_res.png"/>
          <p:cNvPicPr/>
          <p:nvPr/>
        </p:nvPicPr>
        <p:blipFill>
          <a:blip r:embed="rId1"/>
          <a:stretch/>
        </p:blipFill>
        <p:spPr>
          <a:xfrm>
            <a:off x="1050840" y="3124080"/>
            <a:ext cx="7042320" cy="13114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</p:pic>
      <p:grpSp>
        <p:nvGrpSpPr>
          <p:cNvPr id="109" name="Group 5"/>
          <p:cNvGrpSpPr/>
          <p:nvPr/>
        </p:nvGrpSpPr>
        <p:grpSpPr>
          <a:xfrm>
            <a:off x="1189080" y="2014560"/>
            <a:ext cx="6781680" cy="1109520"/>
            <a:chOff x="1189080" y="2014560"/>
            <a:chExt cx="6781680" cy="1109520"/>
          </a:xfrm>
        </p:grpSpPr>
        <p:sp>
          <p:nvSpPr>
            <p:cNvPr id="110" name="TextBox 6"/>
            <p:cNvSpPr/>
            <p:nvPr/>
          </p:nvSpPr>
          <p:spPr>
            <a:xfrm>
              <a:off x="1189080" y="2014560"/>
              <a:ext cx="6781680" cy="5209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Filtering values: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11" name="Straight Arrow Connector 7"/>
            <p:cNvCxnSpPr>
              <a:stCxn id="110" idx="2"/>
            </p:cNvCxnSpPr>
            <p:nvPr/>
          </p:nvCxnSpPr>
          <p:spPr>
            <a:xfrm flipH="1">
              <a:off x="4570560" y="2537280"/>
              <a:ext cx="9000" cy="58716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12D021-6DE3-43B2-B3E3-EAFEEDFB0E23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41C6C7-B13E-4E4E-8B70-6EAC726D8495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4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4" descr="OLFS_contents_test_full_HTML_project.png"/>
          <p:cNvPicPr/>
          <p:nvPr/>
        </p:nvPicPr>
        <p:blipFill>
          <a:blip r:embed="rId1"/>
          <a:stretch/>
        </p:blipFill>
        <p:spPr>
          <a:xfrm>
            <a:off x="38160" y="0"/>
            <a:ext cx="9067680" cy="6858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6" name="Group 5"/>
          <p:cNvGrpSpPr/>
          <p:nvPr/>
        </p:nvGrpSpPr>
        <p:grpSpPr>
          <a:xfrm>
            <a:off x="2057040" y="3352680"/>
            <a:ext cx="6629760" cy="532800"/>
            <a:chOff x="2057040" y="3352680"/>
            <a:chExt cx="6629760" cy="532800"/>
          </a:xfrm>
        </p:grpSpPr>
        <p:sp>
          <p:nvSpPr>
            <p:cNvPr id="117" name="TextBox 6"/>
            <p:cNvSpPr/>
            <p:nvPr/>
          </p:nvSpPr>
          <p:spPr>
            <a:xfrm>
              <a:off x="4419720" y="3352680"/>
              <a:ext cx="4267080" cy="52092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Projecting: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18" name="Straight Arrow Connector 7"/>
            <p:cNvCxnSpPr>
              <a:stCxn id="117" idx="1"/>
            </p:cNvCxnSpPr>
            <p:nvPr/>
          </p:nvCxnSpPr>
          <p:spPr>
            <a:xfrm flipH="1">
              <a:off x="2057040" y="3613320"/>
              <a:ext cx="2363040" cy="27252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  <p:cxnSp>
        <p:nvCxnSpPr>
          <p:cNvPr id="119" name="Straight Arrow Connector 10"/>
          <p:cNvCxnSpPr>
            <a:stCxn id="117" idx="1"/>
          </p:cNvCxnSpPr>
          <p:nvPr/>
        </p:nvCxnSpPr>
        <p:spPr>
          <a:xfrm flipH="1">
            <a:off x="2057040" y="3614760"/>
            <a:ext cx="2363040" cy="1567440"/>
          </a:xfrm>
          <a:prstGeom prst="straightConnector1">
            <a:avLst/>
          </a:prstGeom>
          <a:ln w="25560">
            <a:solidFill>
              <a:srgbClr val="4f81bd"/>
            </a:solidFill>
            <a:miter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54E1C7-A136-401B-BD4B-B76DC9B1829B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1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5E6653-2D2C-4915-8FE5-592A55E8B888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2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4" descr="OLFS_contents_test_full_HTML_project_res.png"/>
          <p:cNvPicPr/>
          <p:nvPr/>
        </p:nvPicPr>
        <p:blipFill>
          <a:blip r:embed="rId1"/>
          <a:stretch/>
        </p:blipFill>
        <p:spPr>
          <a:xfrm>
            <a:off x="1282680" y="2612880"/>
            <a:ext cx="6519960" cy="3140280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</p:pic>
      <p:grpSp>
        <p:nvGrpSpPr>
          <p:cNvPr id="124" name="Group 5"/>
          <p:cNvGrpSpPr/>
          <p:nvPr/>
        </p:nvGrpSpPr>
        <p:grpSpPr>
          <a:xfrm>
            <a:off x="1152360" y="1066680"/>
            <a:ext cx="6782040" cy="1546560"/>
            <a:chOff x="1152360" y="1066680"/>
            <a:chExt cx="6782040" cy="1546560"/>
          </a:xfrm>
        </p:grpSpPr>
        <p:sp>
          <p:nvSpPr>
            <p:cNvPr id="125" name="TextBox 6"/>
            <p:cNvSpPr/>
            <p:nvPr/>
          </p:nvSpPr>
          <p:spPr>
            <a:xfrm>
              <a:off x="1152360" y="1066680"/>
              <a:ext cx="6782040" cy="947880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Projected values: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i="1" lang="en-US" sz="2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Column named ‘r’ is not projected</a:t>
              </a:r>
              <a:endPara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  <p:cxnSp>
          <p:nvCxnSpPr>
            <p:cNvPr id="126" name="Straight Arrow Connector 7"/>
            <p:cNvCxnSpPr>
              <a:stCxn id="125" idx="2"/>
            </p:cNvCxnSpPr>
            <p:nvPr/>
          </p:nvCxnSpPr>
          <p:spPr>
            <a:xfrm flipH="1">
              <a:off x="4541400" y="2021040"/>
              <a:ext cx="1800" cy="592560"/>
            </a:xfrm>
            <a:prstGeom prst="straightConnector1">
              <a:avLst/>
            </a:prstGeom>
            <a:ln w="25560">
              <a:solidFill>
                <a:srgbClr val="4f81bd"/>
              </a:solidFill>
              <a:miter/>
              <a:tailEnd len="med" type="arrow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Date Placeholder 3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30D9EF-B6A7-4040-8B92-646EA4229C37}" type="datetime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03/20/26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8" name="Slide Number Placeholder 4"/>
          <p:cNvSpPr/>
          <p:nvPr/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6E7108-B4B4-4DE7-B152-B316110AC2D1}" type="slidenum"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9" name="Footer Placeholder 5"/>
          <p:cNvSpPr/>
          <p:nvPr/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Author: Dr. Cancellieri Carlo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Picture 8" descr="GSoC_2010_300x267px.jpg"/>
          <p:cNvPicPr/>
          <p:nvPr/>
        </p:nvPicPr>
        <p:blipFill>
          <a:blip r:embed="rId1"/>
          <a:stretch/>
        </p:blipFill>
        <p:spPr>
          <a:xfrm>
            <a:off x="1257480" y="3933720"/>
            <a:ext cx="2857320" cy="254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6"/>
          <p:cNvSpPr/>
          <p:nvPr/>
        </p:nvSpPr>
        <p:spPr>
          <a:xfrm>
            <a:off x="195120" y="76320"/>
            <a:ext cx="8763120" cy="3782880"/>
          </a:xfrm>
          <a:prstGeom prst="rect">
            <a:avLst/>
          </a:prstGeom>
          <a:solidFill>
            <a:srgbClr val="ffffff"/>
          </a:solidFill>
          <a:ln w="25560">
            <a:solidFill>
              <a:srgbClr val="4f81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SQLHandler is developed by: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Dr. Carlo Cancellieri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sng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ccancellieri@hotmail.com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and is distributed under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LGPL license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ts development was financed by: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Google under the </a:t>
            </a:r>
            <a:r>
              <a:rPr b="0" lang="en-US" sz="2800" strike="noStrike" u="sng">
                <a:solidFill>
                  <a:srgbClr val="0000ff"/>
                </a:solidFill>
                <a:effectLst/>
                <a:uFillTx/>
                <a:latin typeface="Calibri"/>
                <a:hlinkClick r:id="rId3"/>
              </a:rPr>
              <a:t>GSoC 2010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rules.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Special thanks: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Mr. Patrick  West </a:t>
            </a: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 mentor for OPeNDAP Inc.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Mr. James Gallagher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as mentor for OPeNDAP Inc.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2" name="Picture 9" descr="opendap_scm_2.png"/>
          <p:cNvPicPr/>
          <p:nvPr/>
        </p:nvPicPr>
        <p:blipFill>
          <a:blip r:embed="rId4"/>
          <a:stretch/>
        </p:blipFill>
        <p:spPr>
          <a:xfrm>
            <a:off x="4114800" y="4267080"/>
            <a:ext cx="4444920" cy="170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ounded Rectangle 10"/>
          <p:cNvSpPr/>
          <p:nvPr/>
        </p:nvSpPr>
        <p:spPr>
          <a:xfrm>
            <a:off x="7620120" y="15228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Opendap svn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4" name="Rounded Rectangle 11"/>
          <p:cNvSpPr/>
          <p:nvPr/>
        </p:nvSpPr>
        <p:spPr>
          <a:xfrm>
            <a:off x="7620120" y="45720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Google 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" name="Rounded Rectangle 13"/>
          <p:cNvSpPr/>
          <p:nvPr/>
        </p:nvSpPr>
        <p:spPr>
          <a:xfrm>
            <a:off x="7620120" y="762120"/>
            <a:ext cx="129528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9bbb5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Sourceforge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14" descr="opendap_logo_masthead.gif"/>
          <p:cNvPicPr/>
          <p:nvPr/>
        </p:nvPicPr>
        <p:blipFill>
          <a:blip r:embed="rId5"/>
          <a:stretch/>
        </p:blipFill>
        <p:spPr>
          <a:xfrm>
            <a:off x="4330800" y="4286160"/>
            <a:ext cx="3956040" cy="178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2006-08-16T01:00:00Z</dcterms:created>
  <dc:creator/>
  <dc:description/>
  <dc:language>en-US</dc:language>
  <cp:lastModifiedBy>carlo</cp:lastModifiedBy>
  <dcterms:modified xsi:type="dcterms:W3CDTF">2010-08-15T22:46:59Z</dcterms:modified>
  <cp:revision>17</cp:revision>
  <dc:subject/>
  <dc:title>SQLHandler</dc:title>
</cp:coreProperties>
</file>